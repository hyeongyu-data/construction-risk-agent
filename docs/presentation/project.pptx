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공사 조건·기간·공종을 담은 질문에서 필요한 도메인을 선택합니다. 기상·장비·자재·노무비 결과와 문서 근거를 모아 공무 담당자용 리포트로 합성합니다.</a:t>
            </a:r>
          </a:p>
          <a:p>
            <a:r>
              <a:t>금액·일수·문서 수·신뢰도는 기존 PPT의 예시를 보존한 값입니다. 실제 현장 비용이나 측정된 정확도를 의미하지 않습니다.</a:t>
            </a:r>
          </a:p>
          <a:p>
            <a:r>
              <a:t>출처: Construction Risk Agent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질문에 모든 도구를 실행하지 않습니다. 불필요한 호출과 근거 혼입을 줄이는 구조입니다.</a:t>
            </a:r>
          </a:p>
          <a:p>
            <a:r>
              <a:t>라우터·synthesize와 장비비 로직, 관련 DB 스키마·초기 데이터·테스트를 담당했습니다.</a:t>
            </a:r>
          </a:p>
          <a:p>
            <a:r>
              <a:t>금액·일수·문서 수·신뢰도는 기존 PPT의 예시를 보존한 값입니다. 실제 현장 비용이나 측정된 정확도를 의미하지 않습니다.</a:t>
            </a:r>
          </a:p>
          <a:p>
            <a:r>
              <a:t>출처: Construction Risk Agent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금액·일수·문서 수·신뢰도는 기존 PPT의 예시를 보존한 값입니다. 실제 현장 비용이나 측정된 정확도를 의미하지 않습니다.</a:t>
            </a:r>
          </a:p>
          <a:p>
            <a:r>
              <a:t>출처: Construction Risk Agent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Construction Risk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2026.06 · 5인 팀 | 담당: 라우터 · 결과 합성 · 장비비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질문을 계산 근거가 있는 비용 리포트로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공사 조건·기간·공종을 담은 질문에서 필요한 도메인을 선택합니다. 기상·장비·자재·노무비 결과와 문서 근거를 모아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공무 담당자용 리포트로 합성합니다.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질문별 실행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CHAT·RAG_QA·COST_REPORT·RISK_REPORT·MISSING_INFO로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구분합니다.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필요한 계산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비용·리스크 리포트에서 필요한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날씨·비용 노드를 선택합니다.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결과와 근거 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비용·지연·문서 근거와 확인 항목을 함께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제시합니다.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Python · LangGraph · AWS Bedrock · PostgreSQL / pgvector · FastAPI ·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분류 → 필요한 에이전트 → 결과 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팀 서비스 실행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질문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현장 조건 · 기간 · 공종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분류 · 실행 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Weather ·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필요 도메인 병렬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Synthesize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비용 · 지연 · 근거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모든 질문에 모든 도구를 실행하지 않습니다. 불필요한 호출과 근거 혼입을 줄이는 구조입니다.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본인 담당: 장비 대기비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장비명 정규화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입력 표현 통일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규격 매칭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장비 데이터 조회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일대여료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DB 기준 단가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대기비 계산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대기율 · 일수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라우터·synthesize와 장비비 로직, 관련 DB 스키마·초기 데이터·테스트를 담당했습니다.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실행 기반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LangGraph · FastAPI · AWS Bedrock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데이터·근거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PostgreSQL·pgvector · RAG · 기상청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담당 경계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백엔드 인증·프런트엔드·다른 비용 노드는 팀원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담당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질문 하나가 리포트가 되기까지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₩4.82M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예상 추가비용 · 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3.0일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예상 지연 · 예시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12건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근거 문서 · 예시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높음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신뢰도 표시 · 예시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질문·분류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공사 조건 입력 →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도메인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Weather · 선택된 Cost 노드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리포트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Synthesize · 근거 문서 연결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예시: 강수로 작업 가능일이 3일 감소할 가능성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예상 추가비용 약 ₩4.82M · 근거 문서 12건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장비 대기비를 포함한 결과와 확인 항목 제공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실제 비용·지연은 입력값·외부 API 응답에 따라 달라짐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금액·일수·문서 수·신뢰도는 기존 PPT의 예시를 보존한 값입니다. 실제 현장 비용이나 측정된 정확도를 의미하지 않습니다.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Construction Risk Agent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